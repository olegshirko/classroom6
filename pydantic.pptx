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65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на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примере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 API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Pydantic?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для валидации данных на основе аннотаций типов Python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651760" cy="146304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типы автоматически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Конвертирует: «123» → 123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Бросает ошибку если тип неверный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280160"/>
            <a:ext cx="2651760" cy="1463040"/>
          </a:xfrm>
          <a:prstGeom prst="rect">
            <a:avLst/>
          </a:prstGeom>
          <a:solidFill>
            <a:srgbClr val="1A1D2E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28016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Сериализация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7355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dict() / model_dump()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в/из объекта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полями в ответе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834640" cy="1463040"/>
          </a:xfrm>
          <a:prstGeom prst="rect">
            <a:avLst/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28016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16916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в FastAPI генерируется из моделей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→ схема OpenAPI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Автоматически, ничего не нужно делать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вашем коде Pydantic уже </a:t>
            </a:r>
            <a:r>
              <a:rPr lang="en-US" sz="13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каждый BaseModel это и есть Pydantic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4015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34015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4015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46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то что у вас уже есть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584448"/>
            <a:ext cx="8375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Это уже валидация — вы её используете!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что происходит под капотом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как работает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FastAPI получает POST /items с JSON-телом, вот что происходит: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645920" cy="82296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4708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0"/>
            <a:ext cx="1645920" cy="822960"/>
          </a:xfrm>
          <a:prstGeom prst="rect">
            <a:avLst/>
          </a:prstGeom>
          <a:solidFill>
            <a:srgbClr val="1A1D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Pydantic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6732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1188720"/>
            <a:ext cx="1645920" cy="822960"/>
          </a:xfrm>
          <a:prstGeom prst="rect">
            <a:avLst/>
          </a:prstGeom>
          <a:solidFill>
            <a:srgbClr val="1A1D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Типы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проверяются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756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1645920" cy="822960"/>
          </a:xfrm>
          <a:prstGeom prst="rect">
            <a:avLst/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Объект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готов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1188720"/>
            <a:ext cx="1005840" cy="822960"/>
          </a:xfrm>
          <a:prstGeom prst="rect">
            <a:avLst/>
          </a:prstGeom>
          <a:solidFill>
            <a:srgbClr val="1A1D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188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8595360" cy="246888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441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2441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44144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3865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2624328"/>
            <a:ext cx="8375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Запрос: POST /items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Body: {"name": "Макбук", "price": "189900"}  ← строка!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@app.post("/items")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create_item(item: Item):   # ← Pydantic принимает JSON и создаёт Item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item.price == 189900.0   ← уже float, Pydantic конвертировал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item.name == "Макбук"    ← str, всё 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 если передать неправильный тип?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320040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869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8869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8869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321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Ответ сервера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069848"/>
            <a:ext cx="50840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Запрос: POST /items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Body: {"name": "Макбук", "price": "дорого"}  ← не число!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вернёт HTTP 422 Unprocessable Entity: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"detail":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"float_parsing",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"loc": ["body", "price"],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"msg": "Input should be a valid number",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"input": "дорого"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822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сам в /docs: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31089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26187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"дорого"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строка-не-число → 422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92808"/>
            <a:ext cx="31089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92024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-100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пройдёт (пока)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551176"/>
            <a:ext cx="31089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57860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null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вместо float → 422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209544"/>
            <a:ext cx="31089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23697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без поля name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поле → 422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защищает от "мусора" на </a:t>
            </a:r>
            <a:r>
              <a:rPr lang="en-US" sz="12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входе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 вашего кода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зачем Item и ItemInDB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и </a:t>
            </a: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ItemInDB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паттерн входных и хранимых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вашем коде два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класса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не случайно. Это архитектурный паттерн: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97680" cy="265176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98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43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ваш код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407822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Item(BaseModel):       # ← то что приходит от клиента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ItemInDB(Item):         # ← то что хранится в БД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                  # ← id добавляется сервером, не клиентом!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ItemInDB наследует name и price от Item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Добавляет id сверху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265176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разделять?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не знает 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генерирует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незачем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принимать его от пользователя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350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схемы в /docs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/items показывает Item (без id), GET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ItemInDB (с id)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не раскрывать лишние поля в ответе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005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паттерн: User / UserInDB, CartItem / CartItemInDB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</a:t>
            </a: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возвращает пароли!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GET /users </a:t>
            </a:r>
            <a:r>
              <a:rPr lang="ru-RU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что вернётся?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237744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527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52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5272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97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баг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435608"/>
            <a:ext cx="39867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Сейчас: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@app.get("/users", response_model=list[UserInDB])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list_users():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list(users_db.values())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UserInDB содержит: id, name, email, password, is_admin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Клиент видит пароли всех пользователей! ← ДЫРА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237744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2527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901184" y="1252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25272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197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исправленный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3168" y="1435608"/>
            <a:ext cx="39867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Решение — отдельная модель без пароля: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UserPublic(BaseModel):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is_admin: bool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password — НЕТ!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@app.get("/users", response_model=list[UserPublic])  # ← фикс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list_users():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list(users_db.values())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Pydantic сам уберёт password из ответа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solidFill>
            <a:srgbClr val="1F0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075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</a:t>
            </a: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это не только для документации. Это фильтр данных. Pydantic уберёт из ответа всё что не входит в указанную модель.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 — зачем он нужен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три роли одновременно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37160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86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Документация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/docs показывает схему ответа — какие поля вернёт эндпоинт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371600"/>
          </a:xfrm>
          <a:prstGeom prst="rect">
            <a:avLst/>
          </a:prstGeom>
          <a:solidFill>
            <a:srgbClr val="1A1D2E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86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Фильтрация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Убирает лишние поля из ответа (как с паролями). Pydantic берёт только те поля что в модели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1371600"/>
          </a:xfrm>
          <a:prstGeom prst="rect">
            <a:avLst/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7772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886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Валидация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что ваш код вернул правильные данные, не только входящие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260604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384048" y="23957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2395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39572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3408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ваш код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2578608"/>
            <a:ext cx="837590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list[ItemInDB] </a:t>
            </a:r>
            <a:r>
              <a:rPr lang="ru-RU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response_model сообщает: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документации: ожидай массив объектов {id, name, price}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Pydantic: фильтруй ответ через ItemInDB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разработчику: явно видно что возвращает функция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@app.get("/items", response_model=list[ItemInDB])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db.values()   # dict_values → Pydantic конвертирует в list[ItemInDB]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@app.get("/items/{item_id}", response_model=ItemInDB)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get_item(item_id: int):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item_id not in db: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HTTPException(status_code=404, detail="Item not found")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db[item_id]   # ItemInDB объект → сериализуется в JSON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полей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str, float, Optional, list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полей </a:t>
            </a: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моделях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120640" cy="320040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869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8869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8869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321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ваш код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069848"/>
            <a:ext cx="490118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              # обязательное строковое поле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str             # обязательное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 str          # обязательное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is_admin: bool = False # необязательное — есть дефолт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CartItem(BaseModel):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item_id: int           # обязательное целое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quantity: int          # обязательное целое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get_item(item_id: int, authorization: Optional[str] = Header(None)):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         ↑ Optional[str] = может быть str или None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777240"/>
            <a:ext cx="3291840" cy="320040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868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→ что принимает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целое число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1801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1801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с точкой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Optional[X]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или None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list[X]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2935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dict[K,V]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2935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069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без = обязательные. Поля с = имеют дефолт и необязательны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list[ItemInDB]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список моделей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response_model=list[ItemInDB] означает: верни массив объектов, каждый из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которых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ItemInDB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283464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441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93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527048"/>
            <a:ext cx="83759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@app.get("/items", response_model=list[ItemInDB])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db.values()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Что происходит: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db.values() → [ItemInDB(id=1,...), ItemInDB(id=2,...),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проходит по каждому элементу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Сериализует каждый в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Возвращает массив: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{"id": 1, "name": "Макбук", "price": 189900.0},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{"id": 2, "name": "Айфон",  "price": 99900.0},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2743200" cy="731520"/>
          </a:xfrm>
          <a:prstGeom prst="rect">
            <a:avLst/>
          </a:prstGeom>
          <a:solidFill>
            <a:srgbClr val="1A1D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8795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["Макбук", "Айфон"]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4160520"/>
            <a:ext cx="2743200" cy="731520"/>
          </a:xfrm>
          <a:prstGeom prst="rect">
            <a:avLst/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418795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list[int]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160520"/>
            <a:ext cx="2743200" cy="73152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8795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list[ItemInDB]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[{id,name,price}, ...]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</a:t>
            </a:r>
            <a:r>
              <a:rPr lang="ru-RU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необязательные поля и авторизация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может быть значение или None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83464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869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8869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8869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321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ваш код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069848"/>
            <a:ext cx="83759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 вашем коде: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create_item(item: Item, authorization: Optional[str] = Header(None)):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           ↑ либо строка, либо None если заголовок не передан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get_user_from_token(authorization: Optional[str]) -&gt; Optional[UserInDB]: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                                      ↑ возвращает UserInDB или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authorization or not authorization.startswith("Bearer "):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   # ← вернуть None если токена нет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Это эквивалентно: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str | None = None   # новый синтаксис Python 3.10+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использовать Optional правильно: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27432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давай дефолт = None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160520"/>
            <a:ext cx="27432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if not x: перед использованием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160520"/>
            <a:ext cx="27432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Optional[str] не значит что поле </a:t>
            </a:r>
            <a:r>
              <a:rPr lang="en-US" sz="11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необязательное</a:t>
            </a: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нужен дефолт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</a:t>
            </a:r>
            <a:r>
              <a:rPr lang="ru-RU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добавляем правила валидации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ограничения прямо в модели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price: float принимает -100 и 0. Field это исправит: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3200400"/>
          </a:xfrm>
          <a:prstGeom prst="rect">
            <a:avLst/>
          </a:prstGeom>
          <a:solidFill>
            <a:srgbClr val="141622"/>
          </a:solidFill>
          <a:ln w="12700">
            <a:solidFill>
              <a:srgbClr val="2D3748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98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435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shop.py — улучшенный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480974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Было: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Стало: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   = Field(min_length=1, max_length=100)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 = Field(gt=0, description="Цена в рублях, больше 0")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CartItem(BaseModel):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item_id: 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quantity: int = Field(ge=1, le=100, description="Количество товара")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3383280" cy="320040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Field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gt=0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60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0 (greater than)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ge=1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или равно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lt=100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100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le=100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или равно 100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min_length=1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 длина строки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max_length=100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 длина строки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default=0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 умолчанию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для /docs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Задание: добавь Field валидацию во все модели где её нет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что вы уже умеете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475488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777240"/>
            <a:ext cx="3200400" cy="475488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813816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вашем коде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777240"/>
            <a:ext cx="3657600" cy="475488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8138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52728"/>
            <a:ext cx="192024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8930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252728"/>
            <a:ext cx="32004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289304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User, CartItem...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1252728"/>
            <a:ext cx="36576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8930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входящих данных, конвертация типов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28216"/>
            <a:ext cx="192024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6479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Наследование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1728216"/>
            <a:ext cx="32004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764792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ItemInDB(Item)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728216"/>
            <a:ext cx="36576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76479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Разделить входные и хранимые данные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03704"/>
            <a:ext cx="192024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24028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203704"/>
            <a:ext cx="32004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2240280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@app.get(..., response_model=list[ItemInDB])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203704"/>
            <a:ext cx="36576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22402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+ документация + валидация ответа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79192"/>
            <a:ext cx="192024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1576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/ int / float / bool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679192"/>
            <a:ext cx="32004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2715768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str, price: float, is_admin: bool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2679192"/>
            <a:ext cx="36576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715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полей — Pydantic их проверяет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154680"/>
            <a:ext cx="192024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191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Optional[X]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3154680"/>
            <a:ext cx="32004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3191256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Optional[str]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3154680"/>
            <a:ext cx="36576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19125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может быть None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630168"/>
            <a:ext cx="192024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66674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list[X]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3630168"/>
            <a:ext cx="32004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67712" y="3666744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response_model=list[ItemInDB]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0" y="3630168"/>
            <a:ext cx="3657600" cy="475488"/>
          </a:xfrm>
          <a:prstGeom prst="rect">
            <a:avLst/>
          </a:prstGeom>
          <a:solidFill>
            <a:srgbClr val="1A1D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68112" y="366674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объектов в ответе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105656"/>
            <a:ext cx="192024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14223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Field(gt=0)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94560" y="4105656"/>
            <a:ext cx="32004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67712" y="4142232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float = Field(gt=0)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4105656"/>
            <a:ext cx="3657600" cy="475488"/>
          </a:xfrm>
          <a:prstGeom prst="rect">
            <a:avLst/>
          </a:prstGeom>
          <a:solidFill>
            <a:srgbClr val="1416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41422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на значения (следующий шаг)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32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Защити пароли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Создай UserPublic без поля password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Используй его в GET /users и GET /users/{id}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114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32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Field валидацию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Field(gt=0)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quantity: Field(ge=1, le=100)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Field(min_length=1, max_length=100)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14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Сломай свой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4930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/docs отправь: price=-100, price='</a:t>
            </a:r>
            <a:r>
              <a:rPr lang="en-US" sz="11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</a:t>
            </a:r>
            <a:endParaRPr lang="en-US" sz="1100" dirty="0"/>
          </a:p>
          <a:p>
            <a:pPr marL="0" indent="0">
              <a:buNone/>
            </a:pPr>
            <a:r>
              <a:rPr lang="ru-RU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Без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поля name, quantity=0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вернёт сервер?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Новая модель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4930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Создай OrderSummary(BaseModel):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items: list[tuple[str, int, float]]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float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просто Python-классы с типами, которые проверяют данные за вас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уже </a:t>
            </a:r>
            <a:r>
              <a:rPr lang="en-US" sz="16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сделали</a:t>
            </a: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теперь вы знаете как это называется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1938</Words>
  <Application>Microsoft Macintosh PowerPoint</Application>
  <PresentationFormat>On-screen Show (16:9)</PresentationFormat>
  <Paragraphs>330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Pydantic — как это работает</dc:title>
  <dc:subject>PptxGenJS Presentation</dc:subject>
  <dc:creator>PptxGenJS</dc:creator>
  <cp:lastModifiedBy>Microsoft Office User</cp:lastModifiedBy>
  <cp:revision>17</cp:revision>
  <dcterms:created xsi:type="dcterms:W3CDTF">2026-04-04T08:38:56Z</dcterms:created>
  <dcterms:modified xsi:type="dcterms:W3CDTF">2026-04-04T09:21:40Z</dcterms:modified>
</cp:coreProperties>
</file>